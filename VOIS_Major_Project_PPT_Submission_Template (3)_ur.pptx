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5" dt="2026-09-05T23:47:55.370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tam Das" userId="613b9c4ba95fd842" providerId="Windows Live" clId="Web-{00000000-0000-0000-0000-000000000000}"/>
    <pc:docChg chg="addSld delSld modSld">
      <pc:chgData name="Uttam Das" userId="613b9c4ba95fd842" providerId="Windows Live" clId="Web-{00000000-0000-0000-0000-000000000000}" dt="2026-09-05T23:47:55.370" v="150" actId="1076"/>
      <pc:docMkLst>
        <pc:docMk/>
      </pc:docMkLst>
      <pc:sldChg chg="modSp">
        <pc:chgData name="Uttam Das" userId="613b9c4ba95fd842" providerId="Windows Live" clId="Web-{00000000-0000-0000-0000-000000000000}" dt="2026-09-05T23:38:59.839" v="99" actId="14100"/>
        <pc:sldMkLst>
          <pc:docMk/>
          <pc:sldMk cId="1341901065" sldId="302"/>
        </pc:sldMkLst>
        <pc:spChg chg="mod">
          <ac:chgData name="Uttam Das" userId="613b9c4ba95fd842" providerId="Windows Live" clId="Web-{00000000-0000-0000-0000-000000000000}" dt="2026-09-05T23:38:59.839" v="99" actId="14100"/>
          <ac:spMkLst>
            <pc:docMk/>
            <pc:sldMk cId="1341901065" sldId="302"/>
            <ac:spMk id="7" creationId="{B21C28F5-3CA3-4B78-B5C9-550C00BB3174}"/>
          </ac:spMkLst>
        </pc:spChg>
      </pc:sldChg>
      <pc:sldChg chg="addSp delSp modSp">
        <pc:chgData name="Uttam Das" userId="613b9c4ba95fd842" providerId="Windows Live" clId="Web-{00000000-0000-0000-0000-000000000000}" dt="2026-09-05T23:36:53.965" v="81" actId="1076"/>
        <pc:sldMkLst>
          <pc:docMk/>
          <pc:sldMk cId="3696770303" sldId="315"/>
        </pc:sldMkLst>
        <pc:spChg chg="add del">
          <ac:chgData name="Uttam Das" userId="613b9c4ba95fd842" providerId="Windows Live" clId="Web-{00000000-0000-0000-0000-000000000000}" dt="2026-09-05T23:36:26.793" v="76"/>
          <ac:spMkLst>
            <pc:docMk/>
            <pc:sldMk cId="3696770303" sldId="315"/>
            <ac:spMk id="2" creationId="{C3FD0960-AFBD-8E96-5A21-6ADFCDBE48C9}"/>
          </ac:spMkLst>
        </pc:spChg>
        <pc:spChg chg="mod">
          <ac:chgData name="Uttam Das" userId="613b9c4ba95fd842" providerId="Windows Live" clId="Web-{00000000-0000-0000-0000-000000000000}" dt="2026-09-05T23:36:14.824" v="74" actId="1076"/>
          <ac:spMkLst>
            <pc:docMk/>
            <pc:sldMk cId="3696770303" sldId="315"/>
            <ac:spMk id="3" creationId="{EBF2FBC7-3552-4F01-BB27-8BEEE74F7277}"/>
          </ac:spMkLst>
        </pc:spChg>
        <pc:spChg chg="add mod">
          <ac:chgData name="Uttam Das" userId="613b9c4ba95fd842" providerId="Windows Live" clId="Web-{00000000-0000-0000-0000-000000000000}" dt="2026-09-05T23:36:53.965" v="81" actId="1076"/>
          <ac:spMkLst>
            <pc:docMk/>
            <pc:sldMk cId="3696770303" sldId="315"/>
            <ac:spMk id="4" creationId="{37C0ABCC-8959-A345-0777-AFC61DBC731E}"/>
          </ac:spMkLst>
        </pc:spChg>
      </pc:sldChg>
      <pc:sldChg chg="modSp">
        <pc:chgData name="Uttam Das" userId="613b9c4ba95fd842" providerId="Windows Live" clId="Web-{00000000-0000-0000-0000-000000000000}" dt="2026-09-05T23:37:37.074" v="87" actId="20577"/>
        <pc:sldMkLst>
          <pc:docMk/>
          <pc:sldMk cId="3098548442" sldId="327"/>
        </pc:sldMkLst>
        <pc:spChg chg="mod">
          <ac:chgData name="Uttam Das" userId="613b9c4ba95fd842" providerId="Windows Live" clId="Web-{00000000-0000-0000-0000-000000000000}" dt="2026-09-05T23:37:37.074" v="87" actId="20577"/>
          <ac:spMkLst>
            <pc:docMk/>
            <pc:sldMk cId="3098548442" sldId="327"/>
            <ac:spMk id="2" creationId="{E46E4DD1-270B-4C80-AFF0-EB26F132AF36}"/>
          </ac:spMkLst>
        </pc:spChg>
      </pc:sldChg>
      <pc:sldChg chg="modSp">
        <pc:chgData name="Uttam Das" userId="613b9c4ba95fd842" providerId="Windows Live" clId="Web-{00000000-0000-0000-0000-000000000000}" dt="2026-09-05T23:38:37.605" v="96" actId="20577"/>
        <pc:sldMkLst>
          <pc:docMk/>
          <pc:sldMk cId="48075006" sldId="329"/>
        </pc:sldMkLst>
        <pc:spChg chg="mod">
          <ac:chgData name="Uttam Das" userId="613b9c4ba95fd842" providerId="Windows Live" clId="Web-{00000000-0000-0000-0000-000000000000}" dt="2026-09-05T23:38:37.605" v="96" actId="20577"/>
          <ac:spMkLst>
            <pc:docMk/>
            <pc:sldMk cId="48075006" sldId="329"/>
            <ac:spMk id="2" creationId="{664E3B60-2780-459A-8583-F095D5E7463A}"/>
          </ac:spMkLst>
        </pc:spChg>
      </pc:sldChg>
      <pc:sldChg chg="addSp delSp modSp">
        <pc:chgData name="Uttam Das" userId="613b9c4ba95fd842" providerId="Windows Live" clId="Web-{00000000-0000-0000-0000-000000000000}" dt="2026-09-05T23:35:17.606" v="58" actId="20577"/>
        <pc:sldMkLst>
          <pc:docMk/>
          <pc:sldMk cId="1604013440" sldId="338"/>
        </pc:sldMkLst>
        <pc:spChg chg="mod">
          <ac:chgData name="Uttam Das" userId="613b9c4ba95fd842" providerId="Windows Live" clId="Web-{00000000-0000-0000-0000-000000000000}" dt="2026-09-05T23:28:46.421" v="36" actId="14100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Uttam Das" userId="613b9c4ba95fd842" providerId="Windows Live" clId="Web-{00000000-0000-0000-0000-000000000000}" dt="2026-09-05T23:31:07.842" v="50" actId="14100"/>
          <ac:spMkLst>
            <pc:docMk/>
            <pc:sldMk cId="1604013440" sldId="338"/>
            <ac:spMk id="3" creationId="{17F04107-8754-E47D-3375-529E689711FA}"/>
          </ac:spMkLst>
        </pc:spChg>
        <pc:spChg chg="mod">
          <ac:chgData name="Uttam Das" userId="613b9c4ba95fd842" providerId="Windows Live" clId="Web-{00000000-0000-0000-0000-000000000000}" dt="2026-09-05T23:26:13.547" v="6" actId="14100"/>
          <ac:spMkLst>
            <pc:docMk/>
            <pc:sldMk cId="1604013440" sldId="338"/>
            <ac:spMk id="4" creationId="{92056599-CDAA-4367-BEF8-31D6E32518C8}"/>
          </ac:spMkLst>
        </pc:spChg>
        <pc:spChg chg="add del">
          <ac:chgData name="Uttam Das" userId="613b9c4ba95fd842" providerId="Windows Live" clId="Web-{00000000-0000-0000-0000-000000000000}" dt="2026-09-05T23:34:40.841" v="52"/>
          <ac:spMkLst>
            <pc:docMk/>
            <pc:sldMk cId="1604013440" sldId="338"/>
            <ac:spMk id="5" creationId="{ECE585A4-FDBD-B949-1192-1381D5AB34BD}"/>
          </ac:spMkLst>
        </pc:spChg>
        <pc:spChg chg="add mod">
          <ac:chgData name="Uttam Das" userId="613b9c4ba95fd842" providerId="Windows Live" clId="Web-{00000000-0000-0000-0000-000000000000}" dt="2026-09-05T23:35:17.606" v="58" actId="20577"/>
          <ac:spMkLst>
            <pc:docMk/>
            <pc:sldMk cId="1604013440" sldId="338"/>
            <ac:spMk id="7" creationId="{C904A0B4-ED36-F048-2C1E-EB7809D6830B}"/>
          </ac:spMkLst>
        </pc:spChg>
      </pc:sldChg>
      <pc:sldChg chg="addSp modSp">
        <pc:chgData name="Uttam Das" userId="613b9c4ba95fd842" providerId="Windows Live" clId="Web-{00000000-0000-0000-0000-000000000000}" dt="2026-09-05T23:41:38.557" v="106" actId="1076"/>
        <pc:sldMkLst>
          <pc:docMk/>
          <pc:sldMk cId="1086225493" sldId="339"/>
        </pc:sldMkLst>
        <pc:picChg chg="add mod">
          <ac:chgData name="Uttam Das" userId="613b9c4ba95fd842" providerId="Windows Live" clId="Web-{00000000-0000-0000-0000-000000000000}" dt="2026-09-05T23:41:38.557" v="106" actId="1076"/>
          <ac:picMkLst>
            <pc:docMk/>
            <pc:sldMk cId="1086225493" sldId="339"/>
            <ac:picMk id="2" creationId="{5D90847A-B35D-9C8F-29A3-EE073E9DCC9F}"/>
          </ac:picMkLst>
        </pc:picChg>
      </pc:sldChg>
      <pc:sldChg chg="addSp delSp modSp delAnim">
        <pc:chgData name="Uttam Das" userId="613b9c4ba95fd842" providerId="Windows Live" clId="Web-{00000000-0000-0000-0000-000000000000}" dt="2026-09-05T23:42:39.228" v="119" actId="1076"/>
        <pc:sldMkLst>
          <pc:docMk/>
          <pc:sldMk cId="3849627828" sldId="340"/>
        </pc:sldMkLst>
        <pc:spChg chg="del">
          <ac:chgData name="Uttam Das" userId="613b9c4ba95fd842" providerId="Windows Live" clId="Web-{00000000-0000-0000-0000-000000000000}" dt="2026-09-05T23:42:06.572" v="115"/>
          <ac:spMkLst>
            <pc:docMk/>
            <pc:sldMk cId="3849627828" sldId="340"/>
            <ac:spMk id="8" creationId="{0E149068-B429-662F-714A-0DD8CE171A51}"/>
          </ac:spMkLst>
        </pc:spChg>
        <pc:spChg chg="mod">
          <ac:chgData name="Uttam Das" userId="613b9c4ba95fd842" providerId="Windows Live" clId="Web-{00000000-0000-0000-0000-000000000000}" dt="2026-09-05T23:42:01.775" v="114" actId="20577"/>
          <ac:spMkLst>
            <pc:docMk/>
            <pc:sldMk cId="3849627828" sldId="340"/>
            <ac:spMk id="10" creationId="{3A64DB11-806F-1A4C-E0D5-D745D29CED50}"/>
          </ac:spMkLst>
        </pc:spChg>
        <pc:picChg chg="add mod">
          <ac:chgData name="Uttam Das" userId="613b9c4ba95fd842" providerId="Windows Live" clId="Web-{00000000-0000-0000-0000-000000000000}" dt="2026-09-05T23:42:39.228" v="119" actId="1076"/>
          <ac:picMkLst>
            <pc:docMk/>
            <pc:sldMk cId="3849627828" sldId="340"/>
            <ac:picMk id="2" creationId="{5FA9A656-44CD-8D09-8CB7-18B4BCD61C21}"/>
          </ac:picMkLst>
        </pc:picChg>
      </pc:sldChg>
      <pc:sldChg chg="addSp modSp">
        <pc:chgData name="Uttam Das" userId="613b9c4ba95fd842" providerId="Windows Live" clId="Web-{00000000-0000-0000-0000-000000000000}" dt="2026-09-05T23:45:31.308" v="137" actId="1076"/>
        <pc:sldMkLst>
          <pc:docMk/>
          <pc:sldMk cId="776828144" sldId="341"/>
        </pc:sldMkLst>
        <pc:spChg chg="add mod">
          <ac:chgData name="Uttam Das" userId="613b9c4ba95fd842" providerId="Windows Live" clId="Web-{00000000-0000-0000-0000-000000000000}" dt="2026-09-05T23:45:31.308" v="137" actId="1076"/>
          <ac:spMkLst>
            <pc:docMk/>
            <pc:sldMk cId="776828144" sldId="341"/>
            <ac:spMk id="2" creationId="{CF241FB7-5FDC-D96A-F152-E3423288BE74}"/>
          </ac:spMkLst>
        </pc:spChg>
      </pc:sldChg>
      <pc:sldChg chg="modSp">
        <pc:chgData name="Uttam Das" userId="613b9c4ba95fd842" providerId="Windows Live" clId="Web-{00000000-0000-0000-0000-000000000000}" dt="2026-09-05T23:46:14.574" v="143" actId="20577"/>
        <pc:sldMkLst>
          <pc:docMk/>
          <pc:sldMk cId="3863610428" sldId="342"/>
        </pc:sldMkLst>
        <pc:spChg chg="mod">
          <ac:chgData name="Uttam Das" userId="613b9c4ba95fd842" providerId="Windows Live" clId="Web-{00000000-0000-0000-0000-000000000000}" dt="2026-09-05T23:46:14.574" v="143" actId="20577"/>
          <ac:spMkLst>
            <pc:docMk/>
            <pc:sldMk cId="3863610428" sldId="342"/>
            <ac:spMk id="3" creationId="{5F0B37E4-66B1-8633-7266-68B321742757}"/>
          </ac:spMkLst>
        </pc:spChg>
      </pc:sldChg>
      <pc:sldChg chg="addSp modSp">
        <pc:chgData name="Uttam Das" userId="613b9c4ba95fd842" providerId="Windows Live" clId="Web-{00000000-0000-0000-0000-000000000000}" dt="2026-09-05T23:47:55.370" v="150" actId="1076"/>
        <pc:sldMkLst>
          <pc:docMk/>
          <pc:sldMk cId="3962802212" sldId="343"/>
        </pc:sldMkLst>
        <pc:picChg chg="add mod">
          <ac:chgData name="Uttam Das" userId="613b9c4ba95fd842" providerId="Windows Live" clId="Web-{00000000-0000-0000-0000-000000000000}" dt="2026-09-05T23:47:55.370" v="150" actId="1076"/>
          <ac:picMkLst>
            <pc:docMk/>
            <pc:sldMk cId="3962802212" sldId="343"/>
            <ac:picMk id="2" creationId="{FFC6A02B-32BB-8A2C-9068-34DE12C2949C}"/>
          </ac:picMkLst>
        </pc:picChg>
      </pc:sldChg>
      <pc:sldChg chg="addSp modSp">
        <pc:chgData name="Uttam Das" userId="613b9c4ba95fd842" providerId="Windows Live" clId="Web-{00000000-0000-0000-0000-000000000000}" dt="2026-09-05T23:43:17.681" v="123" actId="1076"/>
        <pc:sldMkLst>
          <pc:docMk/>
          <pc:sldMk cId="1698901770" sldId="344"/>
        </pc:sldMkLst>
        <pc:picChg chg="add mod">
          <ac:chgData name="Uttam Das" userId="613b9c4ba95fd842" providerId="Windows Live" clId="Web-{00000000-0000-0000-0000-000000000000}" dt="2026-09-05T23:43:17.681" v="123" actId="1076"/>
          <ac:picMkLst>
            <pc:docMk/>
            <pc:sldMk cId="1698901770" sldId="344"/>
            <ac:picMk id="2" creationId="{05CBF2E7-0BCE-7BE9-D12C-7E0827E8CA8C}"/>
          </ac:picMkLst>
        </pc:picChg>
      </pc:sldChg>
      <pc:sldChg chg="addSp modSp">
        <pc:chgData name="Uttam Das" userId="613b9c4ba95fd842" providerId="Windows Live" clId="Web-{00000000-0000-0000-0000-000000000000}" dt="2026-09-05T23:43:49.118" v="127" actId="1076"/>
        <pc:sldMkLst>
          <pc:docMk/>
          <pc:sldMk cId="1903979828" sldId="345"/>
        </pc:sldMkLst>
        <pc:picChg chg="add mod">
          <ac:chgData name="Uttam Das" userId="613b9c4ba95fd842" providerId="Windows Live" clId="Web-{00000000-0000-0000-0000-000000000000}" dt="2026-09-05T23:43:49.118" v="127" actId="1076"/>
          <ac:picMkLst>
            <pc:docMk/>
            <pc:sldMk cId="1903979828" sldId="345"/>
            <ac:picMk id="2" creationId="{325B00E9-EB90-5874-B76E-3F57A8729278}"/>
          </ac:picMkLst>
        </pc:picChg>
      </pc:sldChg>
      <pc:sldChg chg="addSp modSp">
        <pc:chgData name="Uttam Das" userId="613b9c4ba95fd842" providerId="Windows Live" clId="Web-{00000000-0000-0000-0000-000000000000}" dt="2026-09-05T23:44:19.212" v="132" actId="1076"/>
        <pc:sldMkLst>
          <pc:docMk/>
          <pc:sldMk cId="1421522261" sldId="346"/>
        </pc:sldMkLst>
        <pc:picChg chg="add mod">
          <ac:chgData name="Uttam Das" userId="613b9c4ba95fd842" providerId="Windows Live" clId="Web-{00000000-0000-0000-0000-000000000000}" dt="2026-09-05T23:44:19.212" v="132" actId="1076"/>
          <ac:picMkLst>
            <pc:docMk/>
            <pc:sldMk cId="1421522261" sldId="346"/>
            <ac:picMk id="2" creationId="{C233D39E-3034-E9B6-DCB2-36CB8BE532F1}"/>
          </ac:picMkLst>
        </pc:picChg>
      </pc:sldChg>
      <pc:sldChg chg="new del">
        <pc:chgData name="Uttam Das" userId="613b9c4ba95fd842" providerId="Windows Live" clId="Web-{00000000-0000-0000-0000-000000000000}" dt="2026-09-05T23:29:43.311" v="38"/>
        <pc:sldMkLst>
          <pc:docMk/>
          <pc:sldMk cId="3148492249" sldId="3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ttamDas6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08338" y="3640061"/>
            <a:ext cx="3440192" cy="5165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Student Name - Uttam Das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459" y="2796624"/>
            <a:ext cx="9755203" cy="863763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GB" sz="3200" dirty="0">
                <a:ea typeface="+mn-lt"/>
                <a:cs typeface="+mn-lt"/>
              </a:rP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1241886" y="4688229"/>
            <a:ext cx="638692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AICTE STU ID : </a:t>
            </a:r>
            <a:r>
              <a:rPr lang="en-US" dirty="0">
                <a:ea typeface="+mn-lt"/>
                <a:cs typeface="+mn-lt"/>
              </a:rPr>
              <a:t>STU6a6636cfe97b11785083599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4A0B4-ED36-F048-2C1E-EB7809D6830B}"/>
              </a:ext>
            </a:extLst>
          </p:cNvPr>
          <p:cNvSpPr txBox="1"/>
          <p:nvPr/>
        </p:nvSpPr>
        <p:spPr>
          <a:xfrm>
            <a:off x="1371149" y="4029252"/>
            <a:ext cx="77097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College Name:</a:t>
            </a:r>
            <a:r>
              <a:rPr lang="en-US" dirty="0">
                <a:ea typeface="+mn-lt"/>
                <a:cs typeface="+mn-lt"/>
              </a:rPr>
              <a:t> Academy of Business Administration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2800" dirty="0">
                <a:ea typeface="+mn-lt"/>
                <a:cs typeface="+mn-lt"/>
              </a:rPr>
              <a:t>Agricultural activities are influenced by seasonal variations in environmental conditions, farming practices, resource availability, and market conditions. As a result, agricultural performance may differ from one season to another.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However, raw agricultural data does not clearly explain how agricultural performance changes across seasons or what patterns can be observed in different seasonal conditions.</a:t>
            </a:r>
            <a:endParaRPr lang="en-US" dirty="0"/>
          </a:p>
          <a:p>
            <a:r>
              <a:rPr lang="en-US" sz="2800" dirty="0">
                <a:ea typeface="+mn-lt"/>
                <a:cs typeface="+mn-lt"/>
              </a:rPr>
              <a:t>The problem is to analyze the given agricultural dataset and investigate seasonal differences in agricultural performance by identifying meaningful patterns, trends, relationships, and variations within the available data.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441" y="420202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C0ABCC-8959-A345-0777-AFC61DBC731E}"/>
              </a:ext>
            </a:extLst>
          </p:cNvPr>
          <p:cNvSpPr txBox="1"/>
          <p:nvPr/>
        </p:nvSpPr>
        <p:spPr>
          <a:xfrm>
            <a:off x="785825" y="1479492"/>
            <a:ext cx="8250947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This project performs an Exploratory Data Analysis (EDA) and quantitative assessment on agricultural performance data across different cropping seasons (</a:t>
            </a:r>
            <a:r>
              <a:rPr lang="en-US" b="1" dirty="0">
                <a:ea typeface="+mn-lt"/>
                <a:cs typeface="+mn-lt"/>
              </a:rPr>
              <a:t>Kharif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Rabi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Zaid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Key Highlights: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Analyzes climatic parameters such as average temperature, rainfall, humidity, and sunlight hours alongside agricultural metrics like farm yield, total production, revenue, costs, and profit margin.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Evaluates crop distribution across major crops including Rice, Wheat, Maize, Cotton, Pulses, Groundnut, Chilli, and Sugarcane.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Uses statistical techniques, pair plots, and correlation heatmaps to reveal non-linear dependencies, financial viability, water usage efficiency, and disease/pest risk across seasonal cycles.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Translates raw multi-variable farm records into actionable insights for optimized resource allocation and seasonal risk mitigation.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304181"/>
            <a:ext cx="7904481" cy="367720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algn="just"/>
            <a:r>
              <a:rPr lang="en-IN" sz="3600" b="1" dirty="0">
                <a:ea typeface="+mn-lt"/>
                <a:cs typeface="+mn-lt"/>
              </a:rPr>
              <a:t>Farmers &amp; Agricultural Producers:</a:t>
            </a:r>
            <a:r>
              <a:rPr lang="en-IN" sz="3600" dirty="0">
                <a:ea typeface="+mn-lt"/>
                <a:cs typeface="+mn-lt"/>
              </a:rPr>
              <a:t> Helps optimize seasonal crop selection, manage input costs, and improve profit margins based on historical climate data.</a:t>
            </a:r>
            <a:endParaRPr lang="en-IN" sz="3600" dirty="0"/>
          </a:p>
          <a:p>
            <a:pPr algn="just"/>
            <a:r>
              <a:rPr lang="en-IN" sz="3600" b="1" dirty="0">
                <a:ea typeface="+mn-lt"/>
                <a:cs typeface="+mn-lt"/>
              </a:rPr>
              <a:t>Agricultural Policy Makers &amp; Government Bodies:</a:t>
            </a:r>
            <a:r>
              <a:rPr lang="en-IN" sz="3600" dirty="0">
                <a:ea typeface="+mn-lt"/>
                <a:cs typeface="+mn-lt"/>
              </a:rPr>
              <a:t> Assists in designing seasonal subsidy schemes, irrigation planning, and crop insurance policies.</a:t>
            </a:r>
            <a:endParaRPr lang="en-IN" dirty="0"/>
          </a:p>
          <a:p>
            <a:pPr algn="just"/>
            <a:r>
              <a:rPr lang="en-IN" sz="3600" b="1" dirty="0">
                <a:ea typeface="+mn-lt"/>
                <a:cs typeface="+mn-lt"/>
              </a:rPr>
              <a:t>Agri-Tech Companies &amp; Advisors:</a:t>
            </a:r>
            <a:r>
              <a:rPr lang="en-IN" sz="3600" dirty="0">
                <a:ea typeface="+mn-lt"/>
                <a:cs typeface="+mn-lt"/>
              </a:rPr>
              <a:t> Provides data-driven insights to build predictive advisory tools for precision farming and pest control.</a:t>
            </a:r>
            <a:endParaRPr lang="en-IN" dirty="0"/>
          </a:p>
          <a:p>
            <a:pPr algn="just"/>
            <a:r>
              <a:rPr lang="en-IN" sz="3600" b="1" dirty="0">
                <a:ea typeface="+mn-lt"/>
                <a:cs typeface="+mn-lt"/>
              </a:rPr>
              <a:t>Supply Chain &amp; Market Analysts:</a:t>
            </a:r>
            <a:r>
              <a:rPr lang="en-IN" sz="3600" dirty="0">
                <a:ea typeface="+mn-lt"/>
                <a:cs typeface="+mn-lt"/>
              </a:rPr>
              <a:t> Facilitates demand-supply forecasting and market price trend analysis across different harvesting seasons.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8744" y="1713296"/>
            <a:ext cx="8979576" cy="49867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ea typeface="+mn-lt"/>
                <a:cs typeface="+mn-lt"/>
              </a:rPr>
              <a:t>Programming Language:</a:t>
            </a:r>
            <a:r>
              <a:rPr lang="en-IN" dirty="0">
                <a:ea typeface="+mn-lt"/>
                <a:cs typeface="+mn-lt"/>
              </a:rPr>
              <a:t> Python</a:t>
            </a:r>
            <a:endParaRPr lang="en-IN" dirty="0"/>
          </a:p>
          <a:p>
            <a:pPr lvl="1"/>
            <a:r>
              <a:rPr lang="en-IN" b="1" dirty="0">
                <a:ea typeface="+mn-lt"/>
                <a:cs typeface="+mn-lt"/>
              </a:rPr>
              <a:t>Data Manipulation &amp; Analysis:</a:t>
            </a:r>
            <a:r>
              <a:rPr lang="en-IN" dirty="0">
                <a:ea typeface="+mn-lt"/>
                <a:cs typeface="+mn-lt"/>
              </a:rPr>
              <a:t> Pandas, NumPy</a:t>
            </a:r>
            <a:endParaRPr lang="en-IN" dirty="0"/>
          </a:p>
          <a:p>
            <a:pPr lvl="1"/>
            <a:r>
              <a:rPr lang="en-IN" b="1" dirty="0">
                <a:ea typeface="+mn-lt"/>
                <a:cs typeface="+mn-lt"/>
              </a:rPr>
              <a:t>Data Visualization:</a:t>
            </a:r>
            <a:r>
              <a:rPr lang="en-IN" dirty="0">
                <a:ea typeface="+mn-lt"/>
                <a:cs typeface="+mn-lt"/>
              </a:rPr>
              <a:t> Matplotlib, Seaborn</a:t>
            </a:r>
            <a:endParaRPr lang="en-IN" dirty="0"/>
          </a:p>
          <a:p>
            <a:pPr lvl="1"/>
            <a:r>
              <a:rPr lang="en-IN" b="1" dirty="0">
                <a:ea typeface="+mn-lt"/>
                <a:cs typeface="+mn-lt"/>
              </a:rPr>
              <a:t>Development Environment:</a:t>
            </a:r>
            <a:r>
              <a:rPr lang="en-IN" dirty="0">
                <a:ea typeface="+mn-lt"/>
                <a:cs typeface="+mn-lt"/>
              </a:rPr>
              <a:t> Jupyter Notebook / Google </a:t>
            </a:r>
            <a:r>
              <a:rPr lang="en-IN" dirty="0" err="1">
                <a:ea typeface="+mn-lt"/>
                <a:cs typeface="+mn-lt"/>
              </a:rPr>
              <a:t>Colab</a:t>
            </a:r>
            <a:r>
              <a:rPr lang="en-IN" dirty="0">
                <a:ea typeface="+mn-lt"/>
                <a:cs typeface="+mn-lt"/>
              </a:rPr>
              <a:t> / VS Code</a:t>
            </a:r>
            <a:endParaRPr lang="en-IN" dirty="0"/>
          </a:p>
          <a:p>
            <a:pPr lvl="1"/>
            <a:r>
              <a:rPr lang="en-IN" b="1" dirty="0">
                <a:ea typeface="+mn-lt"/>
                <a:cs typeface="+mn-lt"/>
              </a:rPr>
              <a:t>Version Control &amp; Repository:</a:t>
            </a:r>
            <a:r>
              <a:rPr lang="en-IN" dirty="0">
                <a:ea typeface="+mn-lt"/>
                <a:cs typeface="+mn-lt"/>
              </a:rPr>
              <a:t> GitHub</a:t>
            </a:r>
            <a:endParaRPr lang="en-IN" dirty="0"/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90847A-B35D-9C8F-29A3-EE073E9D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02" y="1606378"/>
            <a:ext cx="8551208" cy="48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A9A656-44CD-8D09-8CB7-18B4BCD61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88" y="1432659"/>
            <a:ext cx="9113109" cy="486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CBF2E7-0BCE-7BE9-D12C-7E0827E8C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09" y="988540"/>
            <a:ext cx="5854397" cy="586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5B00E9-EB90-5874-B76E-3F57A8729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19" y="1225378"/>
            <a:ext cx="6631067" cy="563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33D39E-3034-E9B6-DCB2-36CB8BE53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1" y="1276864"/>
            <a:ext cx="7646916" cy="536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41FB7-5FDC-D96A-F152-E3423288BE74}"/>
              </a:ext>
            </a:extLst>
          </p:cNvPr>
          <p:cNvSpPr txBox="1"/>
          <p:nvPr/>
        </p:nvSpPr>
        <p:spPr>
          <a:xfrm>
            <a:off x="674179" y="1472057"/>
            <a:ext cx="881591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Machine Learning Predictive Modeling:</a:t>
            </a:r>
            <a:r>
              <a:rPr lang="en-US" dirty="0">
                <a:ea typeface="+mn-lt"/>
                <a:cs typeface="+mn-lt"/>
              </a:rPr>
              <a:t> Implement regression and classification algorithms (e.g., Random Forest,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) to forecast yield and profit potential based on real-time weather forecasts.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Interactive Web Dashboard:</a:t>
            </a:r>
            <a:r>
              <a:rPr lang="en-US" dirty="0">
                <a:ea typeface="+mn-lt"/>
                <a:cs typeface="+mn-lt"/>
              </a:rPr>
              <a:t> Develop an interactive </a:t>
            </a: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 or Dash web interface allowing farmers and agronomists to filter data dynamically by region, crop type, and season.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Integration with Real-Time IoT &amp; Satellite Data:</a:t>
            </a:r>
            <a:r>
              <a:rPr lang="en-US" dirty="0">
                <a:ea typeface="+mn-lt"/>
                <a:cs typeface="+mn-lt"/>
              </a:rPr>
              <a:t> Incorporate real-time soil moisture sensors, weather API integration, and remote sensing/satellite imagery for live field monitoring.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Optimization Engine:</a:t>
            </a:r>
            <a:r>
              <a:rPr lang="en-US" dirty="0">
                <a:ea typeface="+mn-lt"/>
                <a:cs typeface="+mn-lt"/>
              </a:rPr>
              <a:t> Build an automated recommendation system to suggest optimal fertilizer dosage, irrigation scheduling, and pest control measures tailored to seasonal climate shifts.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  <a:hlinkClick r:id="rId3"/>
              </a:rPr>
              <a:t>https://github.com/UttamDas6/Seasonal-Agriculture-Performance-Analysis.git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C6A02B-32BB-8A2C-9068-34DE12C29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26" y="1740244"/>
            <a:ext cx="7660071" cy="473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-Seasonal Agriculture Performance Analysis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180</cp:revision>
  <dcterms:created xsi:type="dcterms:W3CDTF">2021-07-11T13:13:15Z</dcterms:created>
  <dcterms:modified xsi:type="dcterms:W3CDTF">2026-09-05T23:47:56Z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